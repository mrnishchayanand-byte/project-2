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86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835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1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13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3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7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8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47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08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6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48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9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Advanced Scientific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Developed by Nishchay Anand</a:t>
            </a:r>
          </a:p>
          <a:p>
            <a:r>
              <a:t>Intern at NextHikes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USP of the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 scientific mode with advanced math functions</a:t>
            </a:r>
          </a:p>
          <a:p>
            <a:r>
              <a:rPr dirty="0"/>
              <a:t>Inverse trigonometric operations</a:t>
            </a:r>
          </a:p>
          <a:p>
            <a:r>
              <a:rPr dirty="0"/>
              <a:t>History panel for previous calculations</a:t>
            </a:r>
          </a:p>
          <a:p>
            <a:r>
              <a:rPr dirty="0"/>
              <a:t>Keyboard input support</a:t>
            </a:r>
          </a:p>
          <a:p>
            <a:r>
              <a:rPr dirty="0"/>
              <a:t>Custom </a:t>
            </a:r>
            <a:r>
              <a:rPr lang="en-IN" dirty="0"/>
              <a:t>white</a:t>
            </a:r>
            <a:r>
              <a:rPr dirty="0"/>
              <a:t> theme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6D4B9-1F68-E8AB-A277-BA01B4F1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2" y="3982416"/>
            <a:ext cx="3736259" cy="2071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Tkinter</a:t>
            </a:r>
            <a:r>
              <a:rPr dirty="0"/>
              <a:t> – GUI design</a:t>
            </a:r>
          </a:p>
          <a:p>
            <a:r>
              <a:rPr lang="en-US" dirty="0"/>
              <a:t> </a:t>
            </a:r>
            <a:r>
              <a:rPr dirty="0"/>
              <a:t>Math – Scientific computations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Keyboard key mapping</a:t>
            </a:r>
          </a:p>
          <a:p>
            <a:r>
              <a:rPr dirty="0"/>
              <a:t>Handling scientific expressions</a:t>
            </a:r>
          </a:p>
          <a:p>
            <a:r>
              <a:rPr dirty="0"/>
              <a:t>UI layout management</a:t>
            </a:r>
          </a:p>
          <a:p>
            <a:r>
              <a:rPr dirty="0"/>
              <a:t>Memory functions</a:t>
            </a:r>
          </a:p>
          <a:p>
            <a:r>
              <a:rPr dirty="0"/>
              <a:t>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Documentation</a:t>
            </a:r>
          </a:p>
          <a:p>
            <a:r>
              <a:rPr dirty="0" err="1"/>
              <a:t>StackOverflow</a:t>
            </a:r>
            <a:endParaRPr dirty="0"/>
          </a:p>
          <a:p>
            <a:r>
              <a:rPr dirty="0" err="1"/>
              <a:t>GeeksForGeeks</a:t>
            </a:r>
            <a:endParaRPr dirty="0"/>
          </a:p>
          <a:p>
            <a:r>
              <a:rPr dirty="0" err="1"/>
              <a:t>NextHikes</a:t>
            </a:r>
            <a:r>
              <a:rPr dirty="0"/>
              <a:t> Guidance</a:t>
            </a:r>
          </a:p>
          <a:p>
            <a:r>
              <a:rPr dirty="0"/>
              <a:t>ChatGPT Assistance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477754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br>
              <a:rPr lang="en-US" sz="6000" dirty="0"/>
            </a:br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</TotalTime>
  <Words>74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Advanced Scientific Calculator</vt:lpstr>
      <vt:lpstr>USP of the Calculator</vt:lpstr>
      <vt:lpstr>Libraries Used</vt:lpstr>
      <vt:lpstr>Challenges Faced</vt:lpstr>
      <vt:lpstr>References</vt:lpstr>
      <vt:lpstr>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Nishchay Anand</cp:lastModifiedBy>
  <cp:revision>4</cp:revision>
  <dcterms:created xsi:type="dcterms:W3CDTF">2013-01-27T09:14:16Z</dcterms:created>
  <dcterms:modified xsi:type="dcterms:W3CDTF">2025-12-01T16:17:02Z</dcterms:modified>
  <cp:category/>
</cp:coreProperties>
</file>